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3F6"/>
    <a:srgbClr val="EFF3F4"/>
    <a:srgbClr val="F5F4EF"/>
    <a:srgbClr val="F6F5F0"/>
    <a:srgbClr val="F0F5F9"/>
    <a:srgbClr val="F1F5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754" y="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69B46B7-7C9E-922B-8181-3B108EB1119D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1F5FA"/>
          </a:solidFill>
          <a:ln>
            <a:solidFill>
              <a:srgbClr val="F0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8E88304-ED13-3FE0-FCF0-DF29C48929BD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F6F5F0"/>
          </a:solidFill>
          <a:ln>
            <a:solidFill>
              <a:srgbClr val="F6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A6CFC75-42D7-B782-524C-EF8548AC2AAE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5F4EF"/>
          </a:solidFill>
          <a:ln>
            <a:solidFill>
              <a:srgbClr val="F5F4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802B52-C054-DFB3-4E4F-BE6448804E60}"/>
              </a:ext>
            </a:extLst>
          </p:cNvPr>
          <p:cNvSpPr/>
          <p:nvPr/>
        </p:nvSpPr>
        <p:spPr>
          <a:xfrm>
            <a:off x="14909800" y="8763000"/>
            <a:ext cx="1219200" cy="228600"/>
          </a:xfrm>
          <a:prstGeom prst="rect">
            <a:avLst/>
          </a:prstGeom>
          <a:solidFill>
            <a:srgbClr val="F5F4EF"/>
          </a:solidFill>
          <a:ln>
            <a:solidFill>
              <a:srgbClr val="F5F4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BA7F672-8126-8FE9-021F-A059A5F0D152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5F4EF"/>
          </a:solidFill>
          <a:ln>
            <a:solidFill>
              <a:srgbClr val="F5F4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42CEF27-08C8-8EA0-58B4-0CF61E4F6466}"/>
              </a:ext>
            </a:extLst>
          </p:cNvPr>
          <p:cNvSpPr/>
          <p:nvPr/>
        </p:nvSpPr>
        <p:spPr>
          <a:xfrm>
            <a:off x="14986000" y="8763000"/>
            <a:ext cx="1143000" cy="228600"/>
          </a:xfrm>
          <a:prstGeom prst="rect">
            <a:avLst/>
          </a:prstGeom>
          <a:solidFill>
            <a:srgbClr val="EFF3F6"/>
          </a:solidFill>
          <a:ln>
            <a:solidFill>
              <a:srgbClr val="EFF3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3376FE2-0A6A-2FF8-993E-E56D77431A5C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EFF3F6"/>
          </a:solidFill>
          <a:ln>
            <a:solidFill>
              <a:srgbClr val="EFF3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E87BEB-EE0B-97FB-EA04-2639C29AB2FE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EFF3F6"/>
          </a:solidFill>
          <a:ln>
            <a:solidFill>
              <a:srgbClr val="EFF3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Deepanshu</dc:creator>
  <cp:lastModifiedBy>deepanshu sharma</cp:lastModifiedBy>
  <cp:revision>2</cp:revision>
  <dcterms:created xsi:type="dcterms:W3CDTF">2006-08-16T00:00:00Z</dcterms:created>
  <dcterms:modified xsi:type="dcterms:W3CDTF">2026-06-07T17:53:12Z</dcterms:modified>
</cp:coreProperties>
</file>